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3048" y="16002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111A2E">
              <a:alpha val="65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3048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BUILD WITH AI · FOR BUILDERS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228600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pPr algn="ctr" indent="0" marL="0">
              <a:buNone/>
            </a:pPr>
            <a:r>
              <a:rPr lang="en-US" sz="9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0" y="37947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game worlds  </a:t>
            </a:r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real world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984248" y="4709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build worlds in Roblox and Minecraft. Today you learn to build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things in the real world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with AI.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CURSOR      🗂️ GITHUB      🚀 VERCEL      🛰️ MCP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916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41448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is the biggest thing in your lifetime — and how it actually works.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0248" y="5532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WHAT IS AI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when you had to </a:t>
            </a:r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someone else to make the game?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394960" cy="2743200"/>
          </a:xfrm>
          <a:prstGeom prst="roundRect">
            <a:avLst>
              <a:gd name="adj" fmla="val 466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136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96112" y="3822192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Roblox &amp; Minecraft came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4279392"/>
            <a:ext cx="4882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Suddenly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could build their own worlds, their own games, their own rules — no permission needed.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2880360"/>
            <a:ext cx="5394960" cy="2743200"/>
          </a:xfrm>
          <a:prstGeom prst="roundRect">
            <a:avLst>
              <a:gd name="adj" fmla="val 466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136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28232" y="3822192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that — for the real world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28232" y="4279392"/>
            <a:ext cx="4882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“game” is the actual world you live in. With AI you can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anything and build anything.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CHOICE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4173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people now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194560" y="2743200"/>
            <a:ext cx="3566160" cy="3108960"/>
          </a:xfrm>
          <a:prstGeom prst="roundRect">
            <a:avLst>
              <a:gd name="adj" fmla="val 411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50592" y="36850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Participant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450592" y="4142232"/>
            <a:ext cx="30540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what others build. Scrolls, plays, consumes. Waits for the next thing to be handed to them.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6520" y="2743200"/>
            <a:ext cx="3566160" cy="3108960"/>
          </a:xfrm>
          <a:prstGeom prst="roundRect">
            <a:avLst>
              <a:gd name="adj" fmla="val 411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02552" y="36850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02552" y="4142232"/>
            <a:ext cx="30540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the thing — turns an idea into something real people use.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did it in Roblox. Tonight you do it for real.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HOW AI WORKS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is a giant </a:t>
            </a:r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machine</a:t>
            </a:r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just turns words into more words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43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LEARN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86384" y="41422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 huge slice of the world’s data — books, code, the web.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36118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01568" y="269748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843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TOKENS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1568" y="31729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01568" y="38679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8135 · 402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41422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get chopped into tokens — pieces turned into numbers.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36118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63056" y="269748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2843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LAYERS OF MATH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63056" y="31729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09360" y="41422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flow through layer after layer of math, finding patterns.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1936" y="36118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924544" y="269748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24544" y="2843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ANSWER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24544" y="31729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🐉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070848" y="41422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comes the most likely next words — your answer.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138928"/>
            <a:ext cx="10908792" cy="1188720"/>
          </a:xfrm>
          <a:prstGeom prst="roundRect">
            <a:avLst>
              <a:gd name="adj" fmla="val 10769"/>
            </a:avLst>
          </a:prstGeom>
          <a:solidFill>
            <a:srgbClr val="0E1A2E">
              <a:alpha val="88000"/>
            </a:srgbClr>
          </a:solidFill>
          <a:ln w="1524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66944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those “more words” are </a:t>
            </a:r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instructions build </a:t>
            </a:r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anything: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88640" y="5742432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4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8640" y="574243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apps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04792" y="5742432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42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4792" y="57424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robot code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15304" y="5742432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0C14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5304" y="57424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videos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68616" y="574243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C14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8616" y="57424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images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6400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in → words out — but those words can be code, the steps to move a robot, or the recipe for a picture or video.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FUNDAMENTALS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916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41448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think when you work with AI — and the parts every app is made of.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0248" y="5532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FUNDAMENTALS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MINDSET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in </a:t>
            </a:r>
            <a:pPr algn="l"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principles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just copy what exists. Ask: </a:t>
            </a:r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this thing really made of?”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Break it down to the parts that are actually true, then rebuild from there.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881360" cy="1965960"/>
          </a:xfrm>
          <a:prstGeom prst="roundRect">
            <a:avLst>
              <a:gd name="adj" fmla="val 6512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6908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690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game, really?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That’s it. Once you see the parts, you can build a brand-new game nobody’s made — because you understand what a game is. AI is the same: know the parts, and you can direct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FUNDAMENTALS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SYSTEMS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 is made of </a:t>
            </a:r>
            <a:pPr algn="ctr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</a:t>
            </a:r>
            <a:pPr algn="ctr"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talking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Roblox game and a real app have the </a:t>
            </a:r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skeleton.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83080" y="297180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31729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8308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using 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3886200"/>
            <a:ext cx="96012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8012" y="3822192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297180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1729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1208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&amp; tap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80960" y="3886200"/>
            <a:ext cx="96012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7012" y="3822192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41080" y="297180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1729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64108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4108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it’s remembered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51960" y="3383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3383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53035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how they talk — the messages flying back and forth. Today,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puts your front end on the real internet.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FUNDAMENTALS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MATH IS THE LANGUAGE OF AI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is the 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code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underneath it all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429000" cy="2651760"/>
          </a:xfrm>
          <a:prstGeom prst="roundRect">
            <a:avLst>
              <a:gd name="adj" fmla="val 482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1363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96112" y="38221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= how it “sees”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4279392"/>
            <a:ext cx="29169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computer can’t read letters. It turns everything — words, images, sound — into numbers.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89120" y="2880360"/>
            <a:ext cx="3429000" cy="2651760"/>
          </a:xfrm>
          <a:prstGeom prst="roundRect">
            <a:avLst>
              <a:gd name="adj" fmla="val 482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31363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45152" y="38221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numbers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5152" y="4279392"/>
            <a:ext cx="29169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token has a number. “Understanding” is really finding patterns in those numbers.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2880360"/>
            <a:ext cx="3429000" cy="2651760"/>
          </a:xfrm>
          <a:prstGeom prst="roundRect">
            <a:avLst>
              <a:gd name="adj" fmla="val 482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31363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94192" y="38221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are math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4279392"/>
            <a:ext cx="29169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do the math by hand — but knowing it’s there is your superpower over people who think it’s magic.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916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with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41448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tools, the “context window,” and how a keystroke becomes a live app.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0248" y="5532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VIBE CODING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</a:t>
            </a:r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ctr"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AI, building together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0" y="233172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handoff — a back-and-forth. You steer with plain words; the AI drafts, explains, and fixes.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2377440" cy="2103120"/>
          </a:xfrm>
          <a:prstGeom prst="roundRect">
            <a:avLst>
              <a:gd name="adj" fmla="val 6957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10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· steer · decide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06840" y="3108960"/>
            <a:ext cx="2377440" cy="2103120"/>
          </a:xfrm>
          <a:prstGeom prst="roundRect">
            <a:avLst>
              <a:gd name="adj" fmla="val 6957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3310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0684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· builds · explains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→ AI · INSTRUCTIONS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0440" y="3520440"/>
            <a:ext cx="1324051" cy="402336"/>
          </a:xfrm>
          <a:prstGeom prst="roundRect">
            <a:avLst>
              <a:gd name="adj" fmla="val 50000"/>
            </a:avLst>
          </a:prstGeom>
          <a:solidFill>
            <a:srgbClr val="0E22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520440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it blue”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7371" y="3520440"/>
            <a:ext cx="949147" cy="402336"/>
          </a:xfrm>
          <a:prstGeom prst="roundRect">
            <a:avLst>
              <a:gd name="adj" fmla="val 50000"/>
            </a:avLst>
          </a:prstGeom>
          <a:solidFill>
            <a:srgbClr val="0E22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7371" y="3520440"/>
            <a:ext cx="94914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“smaller”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59398" y="3520440"/>
            <a:ext cx="1474013" cy="402336"/>
          </a:xfrm>
          <a:prstGeom prst="roundRect">
            <a:avLst>
              <a:gd name="adj" fmla="val 50000"/>
            </a:avLst>
          </a:prstGeom>
          <a:solidFill>
            <a:srgbClr val="0E22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9398" y="3520440"/>
            <a:ext cx="147401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“add a sound 🔊”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20440" y="43434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→ YOU · CODE + ANSWERS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4617720"/>
            <a:ext cx="724205" cy="402336"/>
          </a:xfrm>
          <a:prstGeom prst="roundRect">
            <a:avLst>
              <a:gd name="adj" fmla="val 50000"/>
            </a:avLst>
          </a:prstGeom>
          <a:solidFill>
            <a:srgbClr val="0C23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4617720"/>
            <a:ext cx="7242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27525" y="4617720"/>
            <a:ext cx="1623974" cy="402336"/>
          </a:xfrm>
          <a:prstGeom prst="roundRect">
            <a:avLst>
              <a:gd name="adj" fmla="val 50000"/>
            </a:avLst>
          </a:prstGeom>
          <a:solidFill>
            <a:srgbClr val="0C23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7525" y="4617720"/>
            <a:ext cx="16239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here’s the code 💻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4379" y="4617720"/>
            <a:ext cx="1548994" cy="402336"/>
          </a:xfrm>
          <a:prstGeom prst="roundRect">
            <a:avLst>
              <a:gd name="adj" fmla="val 50000"/>
            </a:avLst>
          </a:prstGeom>
          <a:solidFill>
            <a:srgbClr val="0C23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4379" y="4617720"/>
            <a:ext cx="15489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“want it darker?”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80160" y="55778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memorize code to start. You </a:t>
            </a:r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to know what you want and how to check it. </a:t>
            </a:r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the director; the AI is the crew.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CONTEXT WINDOW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1338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window is just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memory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the AI’s desk — everything it can see right now. Close the chat and it’s wiped. So great builders give it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memory: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43814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96112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42569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MEMORY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47183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window + a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file: what we’re doing right now.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320040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343814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45152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45152" y="442569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45152" y="47183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· wiki · specs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stuff that stays true. You build this in Section 4.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20040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343814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94192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94192" y="442569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SEARCHABLE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94192" y="471830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chats found by meaning: “what did we decide about X?”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4TH MEMORY · LIVE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6002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it </a:t>
            </a:r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🛰️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984248" y="2880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memories hold what we said and decided. An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covers what’s true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walkie-talkie between your AI and a live app.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41448" y="3794760"/>
            <a:ext cx="7315200" cy="1600200"/>
          </a:xfrm>
          <a:prstGeom prst="roundRect">
            <a:avLst>
              <a:gd name="adj" fmla="val 80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023360"/>
            <a:ext cx="6720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you copy-pasting what’s on screen, the AI </a:t>
            </a:r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into the live app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reads it directly. That’s how it stops guessing and starts seeing.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· long-term · semantic · </a:t>
            </a:r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full memory picture.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TOOLKIT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tools, three jobs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does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job. Together they turn “an idea” into “a live app anyone can open.”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350215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502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6112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6112" y="47274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7274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51206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code editor. You write and talk to the AI here.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324612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350215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502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45152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645152" y="4727448"/>
            <a:ext cx="900684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4727448"/>
            <a:ext cx="90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· UNDO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5152" y="51206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control. Saves every change and backs it up online.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324612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350215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3502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94192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394192" y="47274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47274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LIVE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4192" y="51206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Puts your app on the real internet with a shareable link.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IN DETAIL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tool actually is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881360" cy="1143000"/>
          </a:xfrm>
          <a:prstGeom prst="roundRect">
            <a:avLst>
              <a:gd name="adj" fmla="val 112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852928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7706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— the AI editor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31363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editor with an AI built in. Highlight code and ask “what does this do?” or “add a button.” It writes; you approve.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04488"/>
            <a:ext cx="10881360" cy="1143000"/>
          </a:xfrm>
          <a:prstGeom prst="roundRect">
            <a:avLst>
              <a:gd name="adj" fmla="val 112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15137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51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4069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— save points for code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44348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save points in a game. Every commit is a snapshot you can return to. Push it online and your project is backed up and shareable.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143000"/>
          </a:xfrm>
          <a:prstGeom prst="roundRect">
            <a:avLst>
              <a:gd name="adj" fmla="val 112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44982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449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675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— the launchpad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83080" y="57332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GitHub, and Vercel builds your app onto a real web address in seconds. Every push updates it.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SIGNATURE MOVE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4173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keystroke</a:t>
            </a:r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242316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one keystroke travel all the way to the internet.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2286000" cy="1920240"/>
          </a:xfrm>
          <a:prstGeom prst="roundRect">
            <a:avLst>
              <a:gd name="adj" fmla="val 761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+ AI write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4069080"/>
            <a:ext cx="6858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7852" y="400507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94760" y="3108960"/>
            <a:ext cx="2286000" cy="1920240"/>
          </a:xfrm>
          <a:prstGeom prst="roundRect">
            <a:avLst>
              <a:gd name="adj" fmla="val 761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79476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→ GitHub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+ back 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4069080"/>
            <a:ext cx="6858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9652" y="400507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3108960"/>
            <a:ext cx="2286000" cy="1920240"/>
          </a:xfrm>
          <a:prstGeom prst="roundRect">
            <a:avLst>
              <a:gd name="adj" fmla="val 761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6656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52560" y="4069080"/>
            <a:ext cx="6858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31452" y="400507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9921240" y="3108960"/>
            <a:ext cx="1280160" cy="1920240"/>
          </a:xfrm>
          <a:prstGeom prst="roundRect">
            <a:avLst>
              <a:gd name="adj" fmla="val 12857"/>
            </a:avLst>
          </a:prstGeom>
          <a:solidFill>
            <a:srgbClr val="07120E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3611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1280160" y="55321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→ save → build → 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someone’s phone.</a:t>
            </a:r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It’s the real-world version of hitting Play in Roblox.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916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41448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on. Get Cursor, GitHub, and Vercel running on your machine.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0248" y="5532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SETUP · 1 OF 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Set up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697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macOS first (System Settings → General → Software Update).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429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Xcode Command Line Tools — the Mac developer basics (incl. Git).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160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Cursor from cursor.com, open it, and sign in.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4892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892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terminal inside Cursor: Terminal → New Terminal.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92240" y="265176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65176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THIS IN THE TERMINAL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3063240"/>
            <a:ext cx="5029200" cy="1463040"/>
          </a:xfrm>
          <a:prstGeom prst="roundRect">
            <a:avLst>
              <a:gd name="adj" fmla="val 875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246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installs the Mac developer tools
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xcode-select 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--install
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it worked
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window pops up — click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wait. When git --version prints a number, you’re ready.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SETUP · 2 OF 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Set up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697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free account at github.com (a username you’d show a boss).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429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Git who you are (once per computer).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your project folder into a repo and take the first save.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4892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892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empty repo on GitHub, then push your code up.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92240" y="2651760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651760"/>
            <a:ext cx="1312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SAVE + PUSH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3063240"/>
            <a:ext cx="5029200" cy="1965960"/>
          </a:xfrm>
          <a:prstGeom prst="roundRect">
            <a:avLst>
              <a:gd name="adj" fmla="val 6512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2461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first save"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&lt;url&gt;
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main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5212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early, commit often.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commit is an undo point you can always return to.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SETUP · 3 OF 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Set up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304495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0449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with GitHub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4361688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vercel.com → Continue with GitHub. One click, no new password.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304495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30449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45152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your repo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45152" y="4361688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→ Project → pick the repo you just pushed. Vercel reads it automatically.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304495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30449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94192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94192" y="4361688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Deploy, wait ~30 seconds, and you get a live link. 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now on, every </a:t>
            </a:r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rebuilds and updates your live site. No extra steps.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916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Vibe-Code Well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41448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poke a chatbot. Here’s how pros build with AI — fast and safe.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0248" y="5532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BIG IDEA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build a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around the AI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🏎️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 is the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car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safety gear + pit crew around it — tests, memory, guardrails, a reviewer.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2880360"/>
            <a:ext cx="5120640" cy="2743200"/>
          </a:xfrm>
          <a:prstGeom prst="roundRect">
            <a:avLst>
              <a:gd name="adj" fmla="val 466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31363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56832" y="3822192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safe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56832" y="4279392"/>
            <a:ext cx="46085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harness, going fast means crashing. With one, you can let AI move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still stay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next slides are your harness.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SET UP YOUR RIG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project a 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/docs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three memories? This is the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— a folder the AI reads before it works. Four kinds of notes: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2578608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6499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649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you’re building &amp; what “done” means.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38144" y="3108960"/>
            <a:ext cx="2578608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336499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6744" y="33649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66744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66744" y="425196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ordered steps to get there.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6208" y="3108960"/>
            <a:ext cx="2578608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3364992"/>
            <a:ext cx="763524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3364992"/>
            <a:ext cx="7635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64808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64808" y="425196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chose X over Y — so you don’t re-argue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34272" y="3108960"/>
            <a:ext cx="2578608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62872" y="336499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62872" y="33649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62872" y="37947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62872" y="425196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that broke &amp; the rule to not repeat them.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RULE #1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554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is a </a:t>
            </a:r>
            <a:pPr algn="ctr"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vibes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984248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AI writes anything, write one clear paragraph: </a:t>
            </a:r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building, and what does “done” look like?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98648" y="3703320"/>
            <a:ext cx="6400800" cy="1737360"/>
          </a:xfrm>
          <a:prstGeom prst="roundRect">
            <a:avLst>
              <a:gd name="adj" fmla="val 736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3950208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39502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SPEC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72968" y="43891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one-page site with my name, three things I like, and a button that changes the background color. Done = it loads on my phone, the button works, and it’s live on Vercel.”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0" y="56692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can’t say when it’s done, neither can the AI.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LOOP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every pro runs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920240" y="2194560"/>
            <a:ext cx="3657600" cy="3657600"/>
          </a:xfrm>
          <a:prstGeom prst="donut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3566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947672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111A2E">
              <a:alpha val="94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02082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27832" y="240487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87569" y="2584592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111A2E">
              <a:alpha val="94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7569" y="26577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0409" y="304179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14219" y="4015737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111A2E">
              <a:alpha val="94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4219" y="4088889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77059" y="4472937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98967" y="5163427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111A2E">
              <a:alpha val="94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8967" y="5236579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61807" y="5620627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31017" y="5163427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111A2E">
              <a:alpha val="94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1017" y="5236579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93857" y="5620627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15765" y="4015737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111A2E">
              <a:alpha val="94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5765" y="4088889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78605" y="4472937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42415" y="2584592"/>
            <a:ext cx="768096" cy="768096"/>
          </a:xfrm>
          <a:prstGeom prst="roundRect">
            <a:avLst>
              <a:gd name="adj" fmla="val 50000"/>
            </a:avLst>
          </a:prstGeom>
          <a:solidFill>
            <a:srgbClr val="111A2E">
              <a:alpha val="94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2415" y="26577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905255" y="304179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49440" y="288036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111A2E">
              <a:alpha val="78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909560" y="3063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DOER
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 · Build — the work gets made.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49440" y="41148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111A2E">
              <a:alpha val="78000"/>
            </a:srgbClr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909560" y="4297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
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· Test — proof it’s right.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0" y="53492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good build has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both.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AI, you set up the doer and the checker.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TEACH IT FROM MISTAKES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</a:t>
            </a:r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habit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breaks, don’t just fix it —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lesson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it never happens again.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88620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86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button did nothing on my phone.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36576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886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886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4343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forgot to push before checking the live link.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36576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388620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886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4343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git push, then test the live URL.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Add-only. Your list of lessons is how you (and the AI) get smarter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CHECKER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with teeth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🥷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ship, have a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AI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whose only job is to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your change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find what’s wrong.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83464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30906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28232" y="3776472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8232" y="4233672"/>
            <a:ext cx="20939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wrong found → ship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15400" y="283464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30906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71432" y="3776472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71432" y="4233672"/>
            <a:ext cx="20939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Here’s the bug → fix, then re-check.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2200" y="566928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approve out of politeness.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checker’s whole value is being tough.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PROVE 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6002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AI to </a:t>
            </a:r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tests</a:t>
            </a:r>
            <a:pPr algn="ctr"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show they pass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84248" y="2880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is a tiny robot that checks “does the important thing still work?” — automatically, every time.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13048" y="3794760"/>
            <a:ext cx="4572000" cy="1737360"/>
          </a:xfrm>
          <a:prstGeom prst="roundRect">
            <a:avLst>
              <a:gd name="adj" fmla="val 736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3048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0" y="47091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smoke test is red, don’t ship. </a:t>
            </a:r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“Done” means the tests are green — not “it looked fine once.”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PRO NUGGET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job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come in tiers. Spend the smart one where being wrong is costly; use the fast one for busywork.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502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96112" y="418795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brain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4645152"/>
            <a:ext cx="29169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reviewer, and genuinely hard calls. Rare but worth 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324612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502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45152" y="418795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Workhorse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45152" y="4645152"/>
            <a:ext cx="29169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normal building, debugging, planning. The default.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38160" y="324612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3502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94192" y="418795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cheap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94192" y="4645152"/>
            <a:ext cx="29169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Grunt work — searching, formatting, bulk edits.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VIBE-CODE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CURSOR BEST PRACTICES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habits that make AI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good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868680"/>
          </a:xfrm>
          <a:prstGeom prst="roundRect">
            <a:avLst>
              <a:gd name="adj" fmla="val 1473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80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8346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asks.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change at a time beats “build my whole app.” Easier to check, easier to fix.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85032"/>
            <a:ext cx="10881360" cy="868680"/>
          </a:xfrm>
          <a:prstGeom prst="roundRect">
            <a:avLst>
              <a:gd name="adj" fmla="val 1473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679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diff before you save.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what changed. Don’t blind-accept.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72584"/>
            <a:ext cx="10881360" cy="868680"/>
          </a:xfrm>
          <a:prstGeom prst="roundRect">
            <a:avLst>
              <a:gd name="adj" fmla="val 1473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8554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480974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simple.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AI over-complicates, say “simpler.” Simple code = fewer bugs.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660136"/>
            <a:ext cx="10881360" cy="868680"/>
          </a:xfrm>
          <a:prstGeom prst="roundRect">
            <a:avLst>
              <a:gd name="adj" fmla="val 1473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8430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797296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when it works.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version saved is one you can always fall back to.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DEPLOY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916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Verify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41448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on the internet — and prove it works for real.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0248" y="5532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DEPLOY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SHIP 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4173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</a:t>
            </a:r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691640" y="3017520"/>
            <a:ext cx="2743200" cy="1920240"/>
          </a:xfrm>
          <a:prstGeom prst="roundRect">
            <a:avLst>
              <a:gd name="adj" fmla="val 761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32186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3977640"/>
            <a:ext cx="8229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391363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7800" y="3017520"/>
            <a:ext cx="2743200" cy="1920240"/>
          </a:xfrm>
          <a:prstGeom prst="roundRect">
            <a:avLst>
              <a:gd name="adj" fmla="val 761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32186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5780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builds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3977640"/>
            <a:ext cx="8229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48472" y="391363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3017520"/>
            <a:ext cx="2743200" cy="1920240"/>
          </a:xfrm>
          <a:prstGeom prst="roundRect">
            <a:avLst>
              <a:gd name="adj" fmla="val 761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32186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8239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link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2396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80160" y="54864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your code, and Vercel does the rest. In under a minute you have a real web address.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DEPLOY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PRO FLOW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vs </a:t>
            </a:r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017520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BRANCH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Preview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 new idea on a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Vercel gives it its own private link. Break stuff safely. Nobody sees it but you.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74320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3017520"/>
            <a:ext cx="900684" cy="310896"/>
          </a:xfrm>
          <a:prstGeom prst="roundRect">
            <a:avLst>
              <a:gd name="adj" fmla="val 50000"/>
            </a:avLst>
          </a:prstGeom>
          <a:solidFill>
            <a:srgbClr val="111A2E">
              <a:alpha val="70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017520"/>
            <a:ext cx="90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BRANCH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Production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39776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it’s good, merge to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that’s your real, live site. Like publishing your Roblox game for the world.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56235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can get a branch green and reviewed — but 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deploy is always your decision.</a:t>
            </a:r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ship.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DEPLOY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VERIFY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463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on your </a:t>
            </a:r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phone.</a:t>
            </a:r>
            <a:pPr algn="ctr"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it.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550408" y="2697480"/>
            <a:ext cx="1097280" cy="1554480"/>
          </a:xfrm>
          <a:prstGeom prst="roundRect">
            <a:avLst>
              <a:gd name="adj" fmla="val 15000"/>
            </a:avLst>
          </a:prstGeom>
          <a:solidFill>
            <a:srgbClr val="07120E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50408" y="3154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loads. The button works. A friend can open your link right now.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0" y="52578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now a Builder.</a:t>
            </a:r>
            <a:endParaRPr 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BONUS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916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41448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 — the frontier you just stepped onto.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0248" y="5532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BONUS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LEVEL UP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14173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 🌊 — many AI builders at </a:t>
            </a:r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84248" y="2468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you’re good, launch 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AI agents in parallel</a:t>
            </a:r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each at its own “desk,” building a different feature, each one reviewed before it lands.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4440" y="3520440"/>
            <a:ext cx="3108960" cy="1645920"/>
          </a:xfrm>
          <a:prstGeom prst="roundRect">
            <a:avLst>
              <a:gd name="adj" fmla="val 888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721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444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520440"/>
            <a:ext cx="3108960" cy="1645920"/>
          </a:xfrm>
          <a:prstGeom prst="roundRect">
            <a:avLst>
              <a:gd name="adj" fmla="val 888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721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916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3520440"/>
            <a:ext cx="3108960" cy="1645920"/>
          </a:xfrm>
          <a:prstGeom prst="roundRect">
            <a:avLst>
              <a:gd name="adj" fmla="val 8889"/>
            </a:avLst>
          </a:prstGeom>
          <a:solidFill>
            <a:srgbClr val="111A2E">
              <a:alpha val="82000"/>
            </a:srgbClr>
          </a:solidFill>
          <a:ln w="15240">
            <a:solidFill>
              <a:srgbClr val="2733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721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18388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80160" y="54406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3. Each still passes the reviewer + tests. Parallelism changes how work gets done, not how it gets approved.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BONUS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FRONTIER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builds &amp; </a:t>
            </a:r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loops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394960" cy="2468880"/>
          </a:xfrm>
          <a:prstGeom prst="roundRect">
            <a:avLst>
              <a:gd name="adj" fmla="val 51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090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🩹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96112" y="3776472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CI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4233672"/>
            <a:ext cx="48828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build breaks, the AI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its own broken build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automatically, a few tries — until it’s green again.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2834640"/>
            <a:ext cx="5394960" cy="2468880"/>
          </a:xfrm>
          <a:prstGeom prst="roundRect">
            <a:avLst>
              <a:gd name="adj" fmla="val 5185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090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28232" y="3776472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loops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28232" y="4233672"/>
            <a:ext cx="48828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state what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“done”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looks like; the AI works until a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agrees — then stops. From prompting to designing loops.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55321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it is again — </a:t>
            </a:r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DOER vs CHECKER.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Always cap a loop so it can’t run away.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BONUS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BONUS TRACK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</a:t>
            </a:r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 🎮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started in game worlds —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you can build both.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in Cursor with AI, live-sync into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Roblox Studio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Rojo, and let the AI see your live game with an MCP.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345643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456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6112" y="422452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6177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Luau with 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38144" y="320040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345643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3456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94176" y="422452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94176" y="46177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Live-sync files into Studio.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6208" y="320040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45643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456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92240" y="422452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46177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press Play, publish.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34272" y="320040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111A2E">
              <a:alpha val="78000"/>
            </a:srgbClr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0304" y="345643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8233B"/>
          </a:solidFill>
          <a:ln w="12700">
            <a:solidFill>
              <a:srgbClr val="2733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0304" y="3456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🛰️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290304" y="422452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90304" y="46177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your live game.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guide: 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charlesb777.github.io/roblox_dev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25603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39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270248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BONUS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70248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THE END · THE BEGINNING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pPr algn="ctr" indent="0" marL="0">
              <a:buNone/>
            </a:pPr>
            <a:r>
              <a:rPr lang="en-US" sz="9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984248" y="3977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installed the tools. You shipped a real app. You learned the loop the pros use.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worlds in a game — 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you build in the real one.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→ BUILD → REVIEW → TEST → SHIP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2026-07-15T20:17:25Z</dcterms:created>
  <dcterms:modified xsi:type="dcterms:W3CDTF">2026-07-15T20:17:25Z</dcterms:modified>
</cp:coreProperties>
</file>